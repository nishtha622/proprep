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2"/>
  </p:sldMasterIdLst>
  <p:notesMasterIdLst>
    <p:notesMasterId r:id="rId26"/>
  </p:notesMasterIdLst>
  <p:handoutMasterIdLst>
    <p:handoutMasterId r:id="rId27"/>
  </p:handoutMasterIdLst>
  <p:sldIdLst>
    <p:sldId id="257" r:id="rId3"/>
    <p:sldId id="269" r:id="rId4"/>
    <p:sldId id="258" r:id="rId5"/>
    <p:sldId id="260" r:id="rId6"/>
    <p:sldId id="279" r:id="rId7"/>
    <p:sldId id="284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70" r:id="rId22"/>
    <p:sldId id="266" r:id="rId23"/>
    <p:sldId id="271" r:id="rId24"/>
    <p:sldId id="268" r:id="rId2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4FF7A0-81A7-4AF8-9FCA-6C56A9E2BE34}">
          <p14:sldIdLst>
            <p14:sldId id="257"/>
            <p14:sldId id="269"/>
            <p14:sldId id="258"/>
            <p14:sldId id="260"/>
            <p14:sldId id="279"/>
            <p14:sldId id="284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Untitled Section" id="{B767A555-BCFC-4B30-AC97-1EE1175FFD31}">
          <p14:sldIdLst>
            <p14:sldId id="270"/>
            <p14:sldId id="266"/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3511" autoAdjust="0"/>
  </p:normalViewPr>
  <p:slideViewPr>
    <p:cSldViewPr snapToGrid="0">
      <p:cViewPr>
        <p:scale>
          <a:sx n="66" d="100"/>
          <a:sy n="66" d="100"/>
        </p:scale>
        <p:origin x="1728" y="29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7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104865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104865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1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10486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1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</p:sp>
      <p:sp>
        <p:nvSpPr>
          <p:cNvPr id="1048577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</p:sp>
      <p:pic>
        <p:nvPicPr>
          <p:cNvPr id="2097152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2097153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048578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000000"/>
            </a:fontRef>
          </p:style>
        </p:sp>
        <p:pic>
          <p:nvPicPr>
            <p:cNvPr id="2097154" name="Picture 9" descr="LOGO.gif"/>
            <p:cNvPicPr>
              <a:picLocks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048579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sp>
      </p:grpSp>
      <p:pic>
        <p:nvPicPr>
          <p:cNvPr id="2097155" name="Picture 15" descr="logo.jpg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2097156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5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048580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000000"/>
            </a:fontRef>
          </p:style>
        </p:sp>
        <p:pic>
          <p:nvPicPr>
            <p:cNvPr id="2097157" name="Picture 9" descr="LOGO.gif"/>
            <p:cNvPicPr>
              <a:picLocks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048581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sp>
      </p:grpSp>
      <p:pic>
        <p:nvPicPr>
          <p:cNvPr id="2097158" name="Picture 15" descr="logo.jpg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048582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3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584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048585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048586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next.js/" TargetMode="Externa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next.js/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next.js/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Project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PROPREP</a:t>
            </a:r>
            <a:endParaRPr sz="2000" b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Prakash Singh, Nishtha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Pratibha, Prabhat Kumar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2210992058, 2210991992, 2210992079, 2210992048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Lalit Sharma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2878-9B68-6B22-6FCD-F3FA28C3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</a:t>
            </a:r>
            <a:r>
              <a:rPr lang="en-IN" dirty="0"/>
              <a:t>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3E5E3-FA64-BA85-15F1-A377AA3CA04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 rot="10800000" flipV="1">
            <a:off x="457200" y="1534149"/>
            <a:ext cx="4876440" cy="350030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55725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Box 7"/>
          <p:cNvSpPr txBox="1"/>
          <p:nvPr/>
        </p:nvSpPr>
        <p:spPr>
          <a:xfrm>
            <a:off x="223837" y="1304163"/>
            <a:ext cx="880089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AI-driven solution designed to empower job seekers through smart resume building and realistic mock interview simulations. Built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Next.js, Drizzle ORM, Gemini AI, and Clerk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delivers personalized guidance and real-time feedback to boost confidence and performance.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Simulator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Tailors questions by role, industry, and experience level.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Analyzes responses instantly, highlighting strengths and improvement areas.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Builder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Crafts optimized, keyword-rich resumes aligned with industry standards.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complete toolkit to help candidates stand out and succeed in competitive job markets.</a:t>
            </a:r>
          </a:p>
        </p:txBody>
      </p:sp>
      <p:sp>
        <p:nvSpPr>
          <p:cNvPr id="1048593" name="TextBox 8"/>
          <p:cNvSpPr txBox="1"/>
          <p:nvPr/>
        </p:nvSpPr>
        <p:spPr>
          <a:xfrm>
            <a:off x="223837" y="198525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r>
              <a:rPr lang="en-IN" sz="3200" dirty="0"/>
              <a:t>Work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EDA6E-E0A3-7FF3-02F4-84BD7F4A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12902" y="914040"/>
            <a:ext cx="5760029" cy="5760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9119-A920-E8E1-1434-6F99FD2AB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2A830-B47F-D7A2-450F-28052BF39AE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935896" y="2494722"/>
            <a:ext cx="1550144" cy="1218522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32DBB-E7F7-01E7-F84F-77838E0AC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366081"/>
              </p:ext>
            </p:extLst>
          </p:nvPr>
        </p:nvGraphicFramePr>
        <p:xfrm>
          <a:off x="457380" y="1340950"/>
          <a:ext cx="8229240" cy="4957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1438">
                  <a:extLst>
                    <a:ext uri="{9D8B030D-6E8A-4147-A177-3AD203B41FA5}">
                      <a16:colId xmlns:a16="http://schemas.microsoft.com/office/drawing/2014/main" val="817651666"/>
                    </a:ext>
                  </a:extLst>
                </a:gridCol>
                <a:gridCol w="4147802">
                  <a:extLst>
                    <a:ext uri="{9D8B030D-6E8A-4147-A177-3AD203B41FA5}">
                      <a16:colId xmlns:a16="http://schemas.microsoft.com/office/drawing/2014/main" val="3761002416"/>
                    </a:ext>
                  </a:extLst>
                </a:gridCol>
              </a:tblGrid>
              <a:tr h="568183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944173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IN" dirty="0"/>
                        <a:t>Enable Secure User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Achieved via Clerk for both Resume Builder and Mock Interview modules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55696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US" dirty="0"/>
                        <a:t>Provide a Fully Functional Resume Builder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Completed with dynamic forms, UI, and Firebase integration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71573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US" dirty="0"/>
                        <a:t>Simulate Mock Interviews for Practice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Users can participate in mock interviews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937725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US" dirty="0"/>
                        <a:t>Store and Analyze Interview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🔄 Planned – Data storage and feedback analysis pending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219626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IN" dirty="0"/>
                        <a:t>Deliver AI-Powered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🔄 Planned – Gemini AI integration in progress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208141"/>
                  </a:ext>
                </a:extLst>
              </a:tr>
              <a:tr h="568183">
                <a:tc>
                  <a:txBody>
                    <a:bodyPr/>
                    <a:lstStyle/>
                    <a:p>
                      <a:r>
                        <a:rPr lang="en-US" dirty="0"/>
                        <a:t>Offer a Seamless User Experience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🔄 In Progress – UI improvements and backend enhancements ongoing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2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52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62FE-8EA2-03B1-3E43-EAFCAC83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Tools and Technologies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767FE2-F0F8-A12F-5388-DCE8D267A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16202"/>
              </p:ext>
            </p:extLst>
          </p:nvPr>
        </p:nvGraphicFramePr>
        <p:xfrm>
          <a:off x="115746" y="914041"/>
          <a:ext cx="8750463" cy="574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821">
                  <a:extLst>
                    <a:ext uri="{9D8B030D-6E8A-4147-A177-3AD203B41FA5}">
                      <a16:colId xmlns:a16="http://schemas.microsoft.com/office/drawing/2014/main" val="3714342978"/>
                    </a:ext>
                  </a:extLst>
                </a:gridCol>
                <a:gridCol w="2916821">
                  <a:extLst>
                    <a:ext uri="{9D8B030D-6E8A-4147-A177-3AD203B41FA5}">
                      <a16:colId xmlns:a16="http://schemas.microsoft.com/office/drawing/2014/main" val="3735117810"/>
                    </a:ext>
                  </a:extLst>
                </a:gridCol>
                <a:gridCol w="2916821">
                  <a:extLst>
                    <a:ext uri="{9D8B030D-6E8A-4147-A177-3AD203B41FA5}">
                      <a16:colId xmlns:a16="http://schemas.microsoft.com/office/drawing/2014/main" val="893833631"/>
                    </a:ext>
                  </a:extLst>
                </a:gridCol>
              </a:tblGrid>
              <a:tr h="3291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84505"/>
                  </a:ext>
                </a:extLst>
              </a:tr>
              <a:tr h="53246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fast, scalable web pages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426110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Styling &amp;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Tailwind CSS + Shaden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Responsive design and pre-built components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0064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login/signup and user session management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52500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resume data and user information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95784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AI </a:t>
                      </a: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(Planned)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suggestions for resume content and interview feedback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725340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React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preview of resume while editing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32857"/>
                  </a:ext>
                </a:extLst>
              </a:tr>
              <a:tr h="80784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 &amp;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Managing page transitions and user flow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75966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and deploying the web application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038023"/>
                  </a:ext>
                </a:extLst>
              </a:tr>
              <a:tr h="56848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+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Tracking code changes and collaboration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90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679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911407-BE78-28DF-2D36-A88274D0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097AA3-8417-07D1-1D50-D31C334B4C03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CD5B5D2-10FB-8FA2-E092-1B1CC43716B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4942390"/>
            <a:ext cx="8229240" cy="145833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create an account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secure form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Clerk for authentication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easy to use on any device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39F44C3-3323-02DD-0213-712844392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66" y="1142389"/>
            <a:ext cx="8437944" cy="368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99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FD39-942D-F580-2C9B-A95EC1C5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E205F-9CD0-69C9-9305-FBDACCE56E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5081286"/>
            <a:ext cx="8229240" cy="148156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management interface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state handling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hooks, Context API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12FE2-0866-00B5-1070-4E5E19CC7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60529"/>
            <a:ext cx="8229240" cy="371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3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651A-7BE8-13D4-3912-B7CD3A9B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34D75-282A-AEA9-90F0-3629885D101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5092860"/>
            <a:ext cx="8229240" cy="1261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dialog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input handling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Headless UI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77CB5-D74F-E199-74ED-44B5736A9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80" y="1018572"/>
            <a:ext cx="8229240" cy="38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3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744D-4ED2-453B-5361-DBB7814A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75824-3066-0BAE-4F17-A400E320A7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5162309"/>
            <a:ext cx="8229240" cy="106487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binding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AD166-C41E-2684-CFB5-B04215640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80" y="1076446"/>
            <a:ext cx="8229240" cy="36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1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1DD7-22BF-887F-996F-7D4E4F49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EF951-9871-EBF1-9D9C-0A39C519ED0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5173884"/>
            <a:ext cx="8229240" cy="128471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content generation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OpenAI API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A4F21-7DAA-149C-0C26-CBF456E7E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80" y="1100338"/>
            <a:ext cx="8090704" cy="3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D52-CE72-01DD-0F77-BC3C121C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Resume Builder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B4F88-14A8-0389-2333-C1906D324C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5058137"/>
            <a:ext cx="8229240" cy="122691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 and export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functionality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jsPDF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Cloud Storage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0CCC5-5795-C2E2-0EF1-6212F7C9F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4" y="1145894"/>
            <a:ext cx="7778188" cy="357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1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CE29-F132-FA5C-56EE-BD29B0DE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43D5D-BAC8-C414-20F9-3AA9244317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4803853"/>
            <a:ext cx="8229240" cy="15852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 feature.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 interview skills with personalized practice.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user-friendly interface.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Next.js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Tailwind CSS, Firebase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390BC-5FB9-8301-BB44-B83C19451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32" y="1064871"/>
            <a:ext cx="7453736" cy="358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00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FE0D-7899-67E4-2531-7A604C13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D1887-5866-9E27-CB82-30433E2D13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4872941"/>
            <a:ext cx="8229240" cy="160880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sign-in via Google or GitHub.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managed by Clerk.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responsive design.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React, TypeScript, Tailwind CSS.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8B88F-1BC6-E8E4-A71E-699ABC7CC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80" y="914040"/>
            <a:ext cx="7372350" cy="395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58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E0CE-B75B-DFEF-D036-98C66E6B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0AF2E-FEB1-71CD-B9AB-6BDD9C684E3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4602" y="4977114"/>
            <a:ext cx="8229240" cy="156250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job roles and descriptions.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starting new mock interviews.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card layout.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Next.js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Firebase.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82AD8-4A35-0CF3-9B87-15051B79C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16" y="1012605"/>
            <a:ext cx="7990426" cy="379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3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D80A-8109-9A22-F7EE-3476C794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AB724-3C67-55D5-33E0-2F54B02174D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9878" y="4919241"/>
            <a:ext cx="8229240" cy="162037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job role, experience, tech stack.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tailored mock interviews.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form layout.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React and Firebase.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729C1-8651-1BE7-655C-077ECF1AB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7" y="1041723"/>
            <a:ext cx="8229240" cy="37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41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9551-AAE1-89EB-7747-756BBAA9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EAA22-7EB8-6E74-B689-5A5D714D36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5011838"/>
            <a:ext cx="8229240" cy="150463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 description and instructions.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five-question interviews.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concise guidance.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Next.js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Firebase.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C401F-19B3-7F24-E8C9-E464B4495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041"/>
            <a:ext cx="9144000" cy="38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34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F53A-65A1-269C-62E2-30C2D46A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A13A3-14F7-8781-345B-24E59A3C64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3028" y="5023412"/>
            <a:ext cx="8229240" cy="150463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questions with optional recording.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real interview pressure.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session management.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React and Clerk.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41D45-FD11-06FB-2E49-C1EFD4F96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041"/>
            <a:ext cx="9144000" cy="378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3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3EB5-79BB-0E7F-FFC7-2DAF3C79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Mock Interview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2A7D3-BC31-1B85-5C57-164B986BDF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4988689"/>
            <a:ext cx="8229240" cy="155093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ratings and suggestions.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improve performance.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responses securely.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Firebase and Gemini AI (planned).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2BFFD-EEBA-0C11-29AE-0C1B4B709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041"/>
            <a:ext cx="9144000" cy="38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78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C96E-C5AC-22E0-3618-C5BBD2CE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E3B66-3936-F05C-60AD-AF540120B2BB}"/>
              </a:ext>
            </a:extLst>
          </p:cNvPr>
          <p:cNvSpPr txBox="1"/>
          <p:nvPr/>
        </p:nvSpPr>
        <p:spPr>
          <a:xfrm>
            <a:off x="252669" y="1026230"/>
            <a:ext cx="83136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Feedback Accuracy: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not always provide perfect insights, especially for industry-specific jargon or complex answers.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Analysis Challenges: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can be affected by accents, background noise, and variations in speaking styles.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Dependencies: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on Clerk (authentication), Cloudinary (file storage), and WebSocket/Socket.io (real-time interaction), which may face downtimes.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AI-generated questions may not fully replicate human interview depth; manual customization options are limited.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&amp; Security: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strong security measures for storing interview recordings and ensuring compliance with privacy regulations.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Optimization Constraints</a:t>
            </a:r>
            <a:r>
              <a:rPr lang="en-IN" dirty="0"/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AI resume builder generates optimized suggestions, it may not always perfectly match specific job roles, especially for niche positions or unconventional career paths. More industry-specific resume customization features are expected in the future.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227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3"/>
          <p:cNvSpPr>
            <a:spLocks noGrp="1"/>
          </p:cNvSpPr>
          <p:nvPr>
            <p:ph type="title"/>
          </p:nvPr>
        </p:nvSpPr>
        <p:spPr>
          <a:xfrm>
            <a:off x="342900" y="209550"/>
            <a:ext cx="5486040" cy="51435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48613" name="TextBox 6"/>
          <p:cNvSpPr txBox="1"/>
          <p:nvPr/>
        </p:nvSpPr>
        <p:spPr>
          <a:xfrm>
            <a:off x="232791" y="1225689"/>
            <a:ext cx="84391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AI-Enhanced Resume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Builder - ProPrep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smart keyword suggestions, formatting tips, and tailored resume enhancements based on user input and target job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Modern Tech Stack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Clerk, Tailwind CSS,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Shadcn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planned integration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 features. The platform ensures a responsive, scalable, and secure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Mock Interviews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(Planned)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interviews inspired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Interview Warmup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simulate real questions, evaluate voice/text responses, and provide real-time improvement tips.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User-Centered Experience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seamless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resume building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job seekers in building confidence and preparing effectively.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Avatars for Mock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Roadmap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Networking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/>
              <a:t>                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A3C6-4837-1F06-51A3-A428A3CD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3D658-5ADB-0A56-CE21-DFF57DB7B6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73270" y="1261241"/>
            <a:ext cx="8628992" cy="406750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Resume Optimization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 ProPrep’s capabilities to optimize resumes based on job descriptions and ATS compatibility.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Success Prediction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AI analytics to predict users' chances of success based on their interview performance.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Mentorship Program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 a platform for users to connect with industry professionals for guidance and networking.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Job Portals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with job platforms to provide users with relevant job recommendations based on their performance.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Recording &amp; Playback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 users to record their mock interviews for self-assessment and improvement</a:t>
            </a:r>
            <a:r>
              <a:rPr lang="en-US" sz="1200" dirty="0"/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1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23</a:t>
            </a:fld>
            <a:endParaRPr lang="en-GB" sz="1200" b="0" strike="noStrike" spc="-1" dirty="0">
              <a:latin typeface="Times New Roman"/>
            </a:endParaRPr>
          </a:p>
        </p:txBody>
      </p:sp>
      <p:pic>
        <p:nvPicPr>
          <p:cNvPr id="209716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40828"/>
            <a:ext cx="9144000" cy="5880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18BC0E-5190-4AA9-AA3C-4BC25B5A5A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1046</Words>
  <Application>Microsoft Office PowerPoint</Application>
  <PresentationFormat>On-screen Show (4:3)</PresentationFormat>
  <Paragraphs>175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Content</vt:lpstr>
      <vt:lpstr>PowerPoint Presentation</vt:lpstr>
      <vt:lpstr>  Work Flow</vt:lpstr>
      <vt:lpstr>Objectives</vt:lpstr>
      <vt:lpstr>Tools and Technologies</vt:lpstr>
      <vt:lpstr>Resume Builder Module</vt:lpstr>
      <vt:lpstr>Resume Builder Module</vt:lpstr>
      <vt:lpstr>Resume Builder Module</vt:lpstr>
      <vt:lpstr>Resume Builder Module</vt:lpstr>
      <vt:lpstr>Resume Builder Module</vt:lpstr>
      <vt:lpstr>Resume Builder Module</vt:lpstr>
      <vt:lpstr>Mock Interview Module</vt:lpstr>
      <vt:lpstr>Mock Interview Module</vt:lpstr>
      <vt:lpstr>Mock Interview Module</vt:lpstr>
      <vt:lpstr>Mock Interview Module</vt:lpstr>
      <vt:lpstr>Mock Interview Module</vt:lpstr>
      <vt:lpstr>Mock Interview Module</vt:lpstr>
      <vt:lpstr>Mock Interview Module</vt:lpstr>
      <vt:lpstr>Limitations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Nischay Bareja</dc:creator>
  <cp:lastModifiedBy>Pratibha Sharma</cp:lastModifiedBy>
  <cp:revision>35</cp:revision>
  <dcterms:created xsi:type="dcterms:W3CDTF">2010-04-08T20:36:15Z</dcterms:created>
  <dcterms:modified xsi:type="dcterms:W3CDTF">2025-10-14T11:14:38Z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f47ed2d5b5634434b2ddf21c67a5cb7a</vt:lpwstr>
  </property>
</Properties>
</file>